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-914400" y="3200400"/>
            <a:ext cx="10972800" cy="2011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480000">
            <a:off x="-914400" y="4846320"/>
            <a:ext cx="10972800" cy="32004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6AED5">
              <a:alpha val="40000"/>
            </a:srgbClr>
          </a:solidFill>
          <a:ln w="12700">
            <a:solidFill>
              <a:srgbClr val="06AED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389120"/>
            <a:ext cx="1371600" cy="1371600"/>
          </a:xfrm>
          <a:prstGeom prst="ellipse">
            <a:avLst/>
          </a:prstGeom>
          <a:solidFill>
            <a:srgbClr val="EE4266">
              <a:alpha val="50000"/>
            </a:srgbClr>
          </a:solidFill>
          <a:ln w="12700">
            <a:solidFill>
              <a:srgbClr val="EE426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🍛 カレー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(roux, readymade) — Theme 76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2926080" cy="502920"/>
          </a:xfrm>
          <a:prstGeom prst="roundRect">
            <a:avLst>
              <a:gd name="adj" fmla="val 36364"/>
            </a:avLst>
          </a:prstGeom>
          <a:solidFill>
            <a:srgbClr val="EE4266"/>
          </a:solidFill>
          <a:ln w="12700">
            <a:solidFill>
              <a:srgbClr val="EE42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🌶 SPICY &amp; FUN!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64592" cy="566928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Japanese curry different from Indian curry?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日本のカレーはインドカレーとは違うのですか？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329184" cy="329184"/>
          </a:xfrm>
          <a:prstGeom prst="ellipse">
            <a:avLst/>
          </a:prstGeom>
          <a:solidFill>
            <a:srgbClr val="06AED5"/>
          </a:solidFill>
          <a:ln w="12700">
            <a:solidFill>
              <a:srgbClr val="06A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1280160"/>
            <a:ext cx="822960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06AE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16736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curry was introduced to England in the 18th century, and then came from England to Japan during the Meiji Era.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インドのカレーは、18世紀にイギリスに伝わり、日本へは明治時代にイギリスから入ってきました。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15184"/>
            <a:ext cx="329184" cy="329184"/>
          </a:xfrm>
          <a:prstGeom prst="ellipse">
            <a:avLst/>
          </a:prstGeom>
          <a:solidFill>
            <a:srgbClr val="EE4266"/>
          </a:solidFill>
          <a:ln w="12700">
            <a:solidFill>
              <a:srgbClr val="EE42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15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2542032"/>
            <a:ext cx="822960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EE42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78608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Powdered curry roux was developed during the Taisho Era, improving it so it was easier for Japanese people to make.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日本人は作りやすいように改良して、大正時代に粉末のカレールーを開発しました。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877056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877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3803904"/>
            <a:ext cx="822960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4048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1950, solid curry roux first appeared, and curry with a unique stickiness rapidly spread as a home-cooked dish.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1950年には、固形のカレールーが登場し、独特の粘り気のあるカレーが、家庭料理として急速に広がりました。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AED5"/>
          </a:solidFill>
          <a:ln w="12700">
            <a:solidFill>
              <a:srgbClr val="06AE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64592" cy="566928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 curry penetrated Japan's food culture?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日本人の食文化には、カレーが浸透しているのですか？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6184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280160"/>
            <a:ext cx="809244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316736"/>
            <a:ext cx="7818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many types of curry roux on display at supermarkets.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スーパーには、いろんな種類のカレールーが並んでいます。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4266"/>
          </a:solidFill>
          <a:ln w="12700">
            <a:solidFill>
              <a:srgbClr val="EE42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🍞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542032"/>
            <a:ext cx="809244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EE42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578608"/>
            <a:ext cx="7818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many foods with curry flavoring, such as curry buns, curry-flavored snacks, and curry udon.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カレーパンやカレー味のスナック、カレーうどんなど、いろいろなものがカレー味にアレンジされています。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4142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AED5"/>
          </a:solidFill>
          <a:ln w="12700">
            <a:solidFill>
              <a:srgbClr val="06A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803904"/>
            <a:ext cx="809244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06AE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40480"/>
            <a:ext cx="7818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is always a popular item in school lunches and at fast-food restaurants.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学校給食やファストフード店でも、カレーはつねに人気メニューです。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E4266"/>
          </a:solidFill>
          <a:ln w="12700">
            <a:solidFill>
              <a:srgbClr val="EE42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164592" cy="566928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there original local curries in each of the 47 prefectures?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694944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47都道府県それぞれに、オリジナルのご当地カレーがあるのですか？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184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AED5"/>
          </a:solidFill>
          <a:ln w="12700">
            <a:solidFill>
              <a:srgbClr val="06A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1280160"/>
            <a:ext cx="809244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06AE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316736"/>
            <a:ext cx="7818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Readymade curry, which can be eaten by warming in water or heating in a microwave oven, is popular as a simple souvenir.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お湯で温めたり、電子レンジで加熱するだけで食べられる「レトルトカレー」は手軽なお土産としても人気があります。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🗾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2542032"/>
            <a:ext cx="809244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578608"/>
            <a:ext cx="7818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curries featuring famous produce from each region are very trendy lately.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最近では、地域ごとの名産を活かした「ご当地カレー」がブームになっています。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41422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4266"/>
          </a:solidFill>
          <a:ln w="12700">
            <a:solidFill>
              <a:srgbClr val="EE42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🦪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803904"/>
            <a:ext cx="8092440" cy="1170432"/>
          </a:xfrm>
          <a:prstGeom prst="roundRect">
            <a:avLst>
              <a:gd name="adj" fmla="val 9375"/>
            </a:avLst>
          </a:prstGeom>
          <a:solidFill>
            <a:srgbClr val="F5F5F5"/>
          </a:solidFill>
          <a:ln w="25400">
            <a:solidFill>
              <a:srgbClr val="EE42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40480"/>
            <a:ext cx="7818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is apparently being stimulated by collaborations with famous produce from various regions of Japan, such as oysters and beef tongue.</a:t>
            </a:r>
            <a:endParaRPr lang="en-US" sz="1300" dirty="0"/>
          </a:p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牡蠣や牛タンなど、日本各地の名産とカレーのコラボレーションに好奇心を刺激されるようです。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-274320"/>
            <a:ext cx="1828800" cy="1828800"/>
          </a:xfrm>
          <a:prstGeom prst="ellipse">
            <a:avLst/>
          </a:prstGeom>
          <a:solidFill>
            <a:srgbClr val="FFD23F">
              <a:alpha val="30000"/>
            </a:srgbClr>
          </a:solidFill>
          <a:ln w="12700">
            <a:solidFill>
              <a:srgbClr val="FFD23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4754880"/>
            <a:ext cx="2286000" cy="2286000"/>
          </a:xfrm>
          <a:prstGeom prst="ellipse">
            <a:avLst/>
          </a:prstGeom>
          <a:solidFill>
            <a:srgbClr val="EE4266">
              <a:alpha val="30000"/>
            </a:srgbClr>
          </a:solidFill>
          <a:ln w="12700">
            <a:solidFill>
              <a:srgbClr val="EE426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"/>
            <a:ext cx="2194560" cy="594360"/>
          </a:xfrm>
          <a:prstGeom prst="roundRect">
            <a:avLst>
              <a:gd name="adj" fmla="val 30769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QUIZ!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137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クイズ！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カレー発祥の地はどこでしょう？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curry originate?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069080" cy="1554480"/>
          </a:xfrm>
          <a:prstGeom prst="roundRect">
            <a:avLst>
              <a:gd name="adj" fmla="val 11765"/>
            </a:avLst>
          </a:prstGeom>
          <a:solidFill>
            <a:srgbClr val="06AED5"/>
          </a:solidFill>
          <a:ln w="12700">
            <a:solidFill>
              <a:srgbClr val="06AED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3172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インド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4069080" cy="1554480"/>
          </a:xfrm>
          <a:prstGeom prst="roundRect">
            <a:avLst>
              <a:gd name="adj" fmla="val 11765"/>
            </a:avLst>
          </a:prstGeom>
          <a:solidFill>
            <a:srgbClr val="EE4266"/>
          </a:solidFill>
          <a:ln w="12700">
            <a:solidFill>
              <a:srgbClr val="EE426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33172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2240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 Lanka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スリランカ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4069080" cy="1554480"/>
          </a:xfrm>
          <a:prstGeom prst="roundRect">
            <a:avLst>
              <a:gd name="adj" fmla="val 1176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11480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023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Thailand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17720" y="3794760"/>
            <a:ext cx="4069080" cy="1554480"/>
          </a:xfrm>
          <a:prstGeom prst="roundRect">
            <a:avLst>
              <a:gd name="adj" fmla="val 11765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4114800"/>
            <a:ext cx="640080" cy="6400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4023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ネパール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457200"/>
            <a:ext cx="5029200" cy="5029200"/>
          </a:xfrm>
          <a:prstGeom prst="ellipse">
            <a:avLst/>
          </a:prstGeom>
          <a:solidFill>
            <a:srgbClr val="FFD23F">
              <a:alpha val="15000"/>
            </a:srgbClr>
          </a:solidFill>
          <a:ln w="12700">
            <a:solidFill>
              <a:srgbClr val="FFD23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1828800"/>
            <a:ext cx="3657600" cy="3657600"/>
          </a:xfrm>
          <a:prstGeom prst="ellipse">
            <a:avLst/>
          </a:prstGeom>
          <a:solidFill>
            <a:srgbClr val="06AED5">
              <a:alpha val="20000"/>
            </a:srgbClr>
          </a:solidFill>
          <a:ln w="12700">
            <a:solidFill>
              <a:srgbClr val="06AED5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"/>
            <a:ext cx="2743200" cy="640080"/>
          </a:xfrm>
          <a:prstGeom prst="roundRect">
            <a:avLst>
              <a:gd name="adj" fmla="val 28571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答え / Answer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正解は…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1371600"/>
          </a:xfrm>
          <a:prstGeom prst="roundRect">
            <a:avLst>
              <a:gd name="adj" fmla="val 13333"/>
            </a:avLst>
          </a:prstGeom>
          <a:solidFill>
            <a:srgbClr val="06AED5"/>
          </a:solidFill>
          <a:ln w="12700">
            <a:solidFill>
              <a:srgbClr val="06AED5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64592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🇮🇳  A. インド / India  🎉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1737360"/>
          </a:xfrm>
          <a:prstGeom prst="roundRect">
            <a:avLst>
              <a:gd name="adj" fmla="val 7895"/>
            </a:avLst>
          </a:prstGeom>
          <a:solidFill>
            <a:srgbClr val="1E2A3A"/>
          </a:solidFill>
          <a:ln w="25400">
            <a:solidFill>
              <a:srgbClr val="FFD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7955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originated in India, was brought to England in the 18th century, and reached Japan during the Meiji Era via England.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カレーはインドが発祥。18世紀にイギリスへ伝わり、明治時代にイギリスから日本に入ってきました。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FFD23F">
              <a:alpha val="40000"/>
            </a:srgbClr>
          </a:solidFill>
          <a:ln w="12700">
            <a:solidFill>
              <a:srgbClr val="FFD23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EE4266">
              <a:alpha val="35000"/>
            </a:srgbClr>
          </a:solidFill>
          <a:ln w="12700">
            <a:solidFill>
              <a:srgbClr val="EE4266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-914400"/>
            <a:ext cx="3657600" cy="3657600"/>
          </a:xfrm>
          <a:prstGeom prst="ellipse">
            <a:avLst/>
          </a:prstGeom>
          <a:solidFill>
            <a:srgbClr val="06AED5">
              <a:alpha val="30000"/>
            </a:srgbClr>
          </a:solidFill>
          <a:ln w="12700">
            <a:solidFill>
              <a:srgbClr val="06AED5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🍛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1554480"/>
            <a:ext cx="914400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640080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83464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ありがとうございました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0" y="4023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Curry (roux, readymade) — Theme 76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2026-06-02T04:53:08Z</dcterms:created>
  <dcterms:modified xsi:type="dcterms:W3CDTF">2026-06-02T04:53:08Z</dcterms:modified>
</cp:coreProperties>
</file>